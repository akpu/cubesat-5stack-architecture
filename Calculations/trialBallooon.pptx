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>
        <p:scale>
          <a:sx n="33" d="100"/>
          <a:sy n="33" d="100"/>
        </p:scale>
        <p:origin x="1646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C3CE2-CE86-D39F-391E-0289E2011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023E0-A3DD-DB90-E00D-DE81604CC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5AC91-60BC-5F10-1F6E-0A295A33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59B71-C137-D49E-5342-D429BCF50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D77D8-D172-4150-B0BC-E4C36CD3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8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B13B-4CC4-D690-C446-8100FD13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2F69-8882-B304-BF0E-878AF3192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0C1C9-FBB6-E7CA-D5E4-EE047681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2654C-A2A5-9244-6ED8-C52D8C425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6FC61-F2F7-0E61-E577-5FCFAD82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21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5C5-36B6-F6F4-C104-D4955011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D41CA-555A-525D-CC6A-94538146D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76B2B-E2C9-7E02-0691-C796F965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04CB-CA1E-281D-274F-696BD2EF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EC965-E63E-B2D6-DA4C-E8F28443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59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9EAB-18F7-3011-EAE9-0306E02A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4A772-B73B-50CC-9E9B-7BFB16CFC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999C1-5D5E-7E7D-B6D4-80384A07F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7E91A-71BC-8E04-72C2-09C7EA15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405DF-1F1C-1C0F-828B-6444BD01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80BDD-1E32-FC19-9775-7C5AFBD0F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94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59C9B-18A5-06BF-A76A-6B127EEE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DDE43-76AC-9ED3-DD0D-0E329C72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EBC0A-12BB-62EF-3AE5-FDF1217B4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C90BE-3AE9-99D9-FF3A-95950E298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F7B923-00C3-837E-AD95-968C39B89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A48226-ED3B-262E-E398-D831E527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2CA101-EC04-6D30-C55F-13BE2347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9EDFCE-F436-3DD9-D2F3-873A9C86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47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CC2E-7D92-20CB-3C3C-70392128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33E88-388E-DD07-B01A-7162BC22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81E8E-124F-10BA-B7EB-402747EE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224A1-334B-367C-AD51-DBB831B9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62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48B751-23F1-36E0-1F7E-22DF24FE5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BC726-47A3-8D64-92BC-90E1B6FD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5EBF6-14FA-F054-30AF-CC1563FC1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94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F70C7-19EF-E971-A36C-692B9F110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08B57-D675-655E-9F36-B1818BCE7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6C153-A793-CC74-8FE2-B7008B29C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610E1-26BC-32EE-67CF-0CA9D24B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37CE3-2D0D-4235-5F7A-48ABF4D3C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BF9CE-72F5-A862-EE1B-5AD22D03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62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333E-1DC9-FB37-292D-B0653842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F87C69-3286-5655-EE13-F70D525B3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5AA92-3719-0DCF-DB9C-F966E823B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E3317-F22F-D3C2-595A-63938F965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D2FA8-D890-71A6-1A07-62E73CCD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1A788-3A3A-A4F3-07BC-56F8541CF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784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72AB3-E4DB-0EE3-2540-573CEFF66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A97E5-D565-D36F-395E-BD7708D72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22CB3-F1E8-4AD8-A9FB-FB4006689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D2616-692B-534F-2BB4-05CC137D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7E69F-8BEB-B97F-3846-ABEF9B28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948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1378C-60FA-5432-F514-9AC3FFD42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C7F33-EC7E-3ED9-1A69-2E22C55A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55758-A44F-67E8-01AC-015F5CF2D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8E49C-D030-39CA-EC1A-5D031FFD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8E449-09AD-790D-3D80-44A014762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1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EA08F-3401-FC19-234C-1CCA0767C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C1872-9FCF-61FE-B88C-C267969C5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A2451-C85B-487B-3610-FDD36A336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86C55-067F-4470-B870-461C4C58B89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FE10C-CF62-BD41-33BE-06E1D7FDD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FB6A7-A2C0-E74E-4791-9B31E1D94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1E88C-62D5-43F7-B5CA-21939B142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15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59AB-53A0-9A72-A4E2-C963909A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F6794D-2C3D-79CF-817F-EE6F7B8A7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2027180"/>
            <a:ext cx="12174649" cy="40772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D3672B-5A2B-F2C5-D4CF-A832ADD0E40C}"/>
              </a:ext>
            </a:extLst>
          </p:cNvPr>
          <p:cNvSpPr txBox="1"/>
          <p:nvPr/>
        </p:nvSpPr>
        <p:spPr>
          <a:xfrm>
            <a:off x="1077686" y="800100"/>
            <a:ext cx="6776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PERMISSION and REGULATIONS</a:t>
            </a:r>
          </a:p>
        </p:txBody>
      </p:sp>
    </p:spTree>
    <p:extLst>
      <p:ext uri="{BB962C8B-B14F-4D97-AF65-F5344CB8AC3E}">
        <p14:creationId xmlns:p14="http://schemas.microsoft.com/office/powerpoint/2010/main" val="3124894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BD70E6-885F-604B-BB2B-BB95DF8E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643" y="334062"/>
            <a:ext cx="2367356" cy="6189876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C6B617-29D1-40B7-3E28-6174ADDE4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879"/>
            <a:ext cx="12192000" cy="637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5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CD29B-7972-A08C-37D1-D1AD963AC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with black lines and white text&#10;&#10;AI-generated content may be incorrect.">
            <a:extLst>
              <a:ext uri="{FF2B5EF4-FFF2-40B4-BE49-F238E27FC236}">
                <a16:creationId xmlns:a16="http://schemas.microsoft.com/office/drawing/2014/main" id="{1EFF1C04-8B68-0315-5243-986E9CEC9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578"/>
            <a:ext cx="12192000" cy="617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317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ARUNKRISHNA P U</dc:creator>
  <cp:lastModifiedBy>ARUNKRISHNA P U</cp:lastModifiedBy>
  <cp:revision>4</cp:revision>
  <dcterms:created xsi:type="dcterms:W3CDTF">2025-12-08T06:13:41Z</dcterms:created>
  <dcterms:modified xsi:type="dcterms:W3CDTF">2026-07-19T12:46:12Z</dcterms:modified>
</cp:coreProperties>
</file>