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29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C01F2-31BC-D96D-568D-28143A408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A5C46-77BD-0D96-5F14-F934FFD65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03B58-0B54-9C2B-FB15-3156AA9EE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CCE4-152B-421E-BBB1-F0BCD5DD70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FC5D1-5C7F-6EF9-ED3E-4CAFA3DBB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8FE65-E6EE-5FC0-C463-1F2FB273E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6D77-FD37-4783-B0C1-52CE4DA5A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0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B8CD-FB3F-0418-0385-A727E2CA5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1C6CD-C605-AE5D-4C5D-77A1A8E36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CD1DC-1DE9-4A44-A8C5-C374AC599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CCE4-152B-421E-BBB1-F0BCD5DD70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70EA0-AB2E-11AA-4922-7B1CC9635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F4DD4-7A23-4B2F-B8AD-0734ACD6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6D77-FD37-4783-B0C1-52CE4DA5A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241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5E22-4964-609B-701C-D6C45C7E7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4DCF1-92D7-FF7E-3A8C-2AD517503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F72A7-8DFD-7221-2987-B6511D79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CCE4-152B-421E-BBB1-F0BCD5DD70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2D583-6419-BDF4-897E-383FFA6DA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B72F0-16DA-7FA1-2887-621323F0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6D77-FD37-4783-B0C1-52CE4DA5A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443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EA83-340E-0D26-CCE8-170409FC2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1E0C5-ACA9-0566-81DC-3981861BC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B987F-8236-25FA-966E-F21A127D0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64276-2BCB-F06F-EE41-2A2273D97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CCE4-152B-421E-BBB1-F0BCD5DD70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F401A-95C0-CEF5-D4D7-7D182058B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EA50A-1142-5C65-B14A-A911B4E5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6D77-FD37-4783-B0C1-52CE4DA5A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719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24A09-F2B5-EFF7-E7CC-E45BA46CD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31A88-EDBA-AAB4-158E-D01CFA07E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617E0-3C55-ED5B-F709-CA6E50A95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7D67D1-48A9-28ED-9896-08076AB19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8CE1E-6356-CC92-19AB-1E255E7D1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B63B44-1A40-3636-0FF2-D7E211E30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CCE4-152B-421E-BBB1-F0BCD5DD70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18022-FEC1-23C9-F21A-0D398C490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4470E9-1B6E-1B5C-45AB-928E52951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6D77-FD37-4783-B0C1-52CE4DA5A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48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B297-E017-5A92-4AC5-2AB2E08A1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0F8A6D-53CD-6063-A693-44E724249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CCE4-152B-421E-BBB1-F0BCD5DD70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A67DAF-8A3C-DB41-5EC9-DBD34664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E7945F-0EA7-4CEE-68C4-72B5ECF5C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6D77-FD37-4783-B0C1-52CE4DA5A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57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A27FF5-1F9B-D80E-1A7F-13EA16BF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CCE4-152B-421E-BBB1-F0BCD5DD70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B4450-00F8-E9F2-2F8F-5172A9DD7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83B1D-8825-F6E7-7554-BB18E0C8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6D77-FD37-4783-B0C1-52CE4DA5A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615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ACEF8-5521-C6DC-C556-CFC46BD6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8F2E5-06A0-2870-FC69-BD491CE11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DD889-E394-5267-8711-51F1FAE12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C784-1C13-7E00-1318-BC25159A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CCE4-152B-421E-BBB1-F0BCD5DD70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3C47C-3174-5B61-5DE7-9406012F5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61BD1-AD71-2C33-B463-92402BC8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6D77-FD37-4783-B0C1-52CE4DA5A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92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D5D21-03BD-4F04-A56E-66C4E2E3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8E99F7-1C86-F47F-C2A0-AB73A1918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9ED03-BC57-2D12-300A-0765E8B62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EAC63-BFCE-5CC2-D1C6-3BD1A2648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CCE4-152B-421E-BBB1-F0BCD5DD70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988C6-38A9-8C0C-F5E1-733E75FFF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855E2-0B44-7917-931E-4697A279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6D77-FD37-4783-B0C1-52CE4DA5A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208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B4406-C8BA-335C-60C1-96289CAB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9729C-4121-E9BD-4E16-C5086EF86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D589E-B499-D5AD-2F08-858A220E8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CCE4-152B-421E-BBB1-F0BCD5DD70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4178D-56FB-BBD9-7FDA-DBD2F0F63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1CF01-06DF-DD09-F7FB-D4FF0E6C7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6D77-FD37-4783-B0C1-52CE4DA5A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561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0C97F1-227C-532D-BFF9-31A6ABFDF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48A9A-02B1-DCD1-3BC0-685158501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73571-06E4-ADA5-1804-2DD71293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CCE4-152B-421E-BBB1-F0BCD5DD70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EBBCB-5100-2FB6-DB24-DF143B651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87DE2-C0B1-80C2-6153-37147A45F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6D77-FD37-4783-B0C1-52CE4DA5A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791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6B74E-5534-A4CC-02C7-9058B0578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70B96-E0D2-CE73-3ED0-BF37C9909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03FC8-0F05-C74F-0959-BC3C7B82D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ACCE4-152B-421E-BBB1-F0BCD5DD70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B243F-A69A-605B-0B82-60F3CF509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940EA-7CCF-3311-448F-A170E3D85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16D77-FD37-4783-B0C1-52CE4DA5A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26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AA911-8DF8-24B3-3B40-34A299967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2CF0393-800D-F000-3DA4-D311B24FEF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093686"/>
              </p:ext>
            </p:extLst>
          </p:nvPr>
        </p:nvGraphicFramePr>
        <p:xfrm>
          <a:off x="1133475" y="279400"/>
          <a:ext cx="9404350" cy="629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9776400" imgH="28201517" progId="Excel.Sheet.12">
                  <p:embed/>
                </p:oleObj>
              </mc:Choice>
              <mc:Fallback>
                <p:oleObj name="Worksheet" r:id="rId2" imgW="39776400" imgH="28201517" progId="Excel.Sheet.12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CE1E8A6A-17E0-D953-7ECD-1FB8D388D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3475" y="279400"/>
                        <a:ext cx="9404350" cy="629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796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EDAC6-E73A-FF7D-C15A-12D339152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F062B0B-50B2-E48E-C2E9-18D41A538E09}"/>
              </a:ext>
            </a:extLst>
          </p:cNvPr>
          <p:cNvSpPr/>
          <p:nvPr/>
        </p:nvSpPr>
        <p:spPr>
          <a:xfrm>
            <a:off x="219920" y="2772137"/>
            <a:ext cx="1307939" cy="613458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138ADC-BF49-B776-720D-EAEA9C0975C5}"/>
              </a:ext>
            </a:extLst>
          </p:cNvPr>
          <p:cNvSpPr/>
          <p:nvPr/>
        </p:nvSpPr>
        <p:spPr>
          <a:xfrm>
            <a:off x="2710405" y="1312278"/>
            <a:ext cx="1307939" cy="613458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B9624D61-87D3-1488-BC09-E48607A8C4CA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1527859" y="1619007"/>
            <a:ext cx="1182546" cy="1459859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6D01AF68-82D0-9569-D446-5366284C48BA}"/>
              </a:ext>
            </a:extLst>
          </p:cNvPr>
          <p:cNvCxnSpPr>
            <a:cxnSpLocks/>
            <a:endCxn id="56" idx="2"/>
          </p:cNvCxnSpPr>
          <p:nvPr/>
        </p:nvCxnSpPr>
        <p:spPr>
          <a:xfrm rot="16200000" flipH="1">
            <a:off x="1349483" y="3871906"/>
            <a:ext cx="2337754" cy="784566"/>
          </a:xfrm>
          <a:prstGeom prst="bentConnector3">
            <a:avLst>
              <a:gd name="adj1" fmla="val 99575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8FBC5EE-D577-E2CF-91C2-EC041056D2C6}"/>
              </a:ext>
            </a:extLst>
          </p:cNvPr>
          <p:cNvSpPr txBox="1"/>
          <p:nvPr/>
        </p:nvSpPr>
        <p:spPr>
          <a:xfrm>
            <a:off x="219920" y="2909588"/>
            <a:ext cx="15964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3.7 V,  3.4Ah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EB10C1-5B2C-9C8C-B6E5-C3C1F57FE46C}"/>
              </a:ext>
            </a:extLst>
          </p:cNvPr>
          <p:cNvSpPr txBox="1"/>
          <p:nvPr/>
        </p:nvSpPr>
        <p:spPr>
          <a:xfrm>
            <a:off x="37753" y="3385593"/>
            <a:ext cx="1546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2P LGMJI18650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B9DBEB-7CA5-E877-A4BB-964CDC806BF8}"/>
              </a:ext>
            </a:extLst>
          </p:cNvPr>
          <p:cNvSpPr txBox="1"/>
          <p:nvPr/>
        </p:nvSpPr>
        <p:spPr>
          <a:xfrm>
            <a:off x="2823819" y="1445240"/>
            <a:ext cx="1182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cap="all" dirty="0"/>
              <a:t> </a:t>
            </a:r>
            <a:r>
              <a:rPr lang="en-IN" sz="1400" dirty="0"/>
              <a:t>DFR0559 </a:t>
            </a:r>
            <a:endParaRPr lang="en-US" sz="1400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IN" sz="1400" cap="al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8AB368-4B71-17FE-D789-60805C748D76}"/>
              </a:ext>
            </a:extLst>
          </p:cNvPr>
          <p:cNvSpPr txBox="1"/>
          <p:nvPr/>
        </p:nvSpPr>
        <p:spPr>
          <a:xfrm>
            <a:off x="3364374" y="1979751"/>
            <a:ext cx="862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5V,  1A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E47E6E-C175-0770-8B22-BDFD86C0C86C}"/>
              </a:ext>
            </a:extLst>
          </p:cNvPr>
          <p:cNvSpPr/>
          <p:nvPr/>
        </p:nvSpPr>
        <p:spPr>
          <a:xfrm>
            <a:off x="5737473" y="1293447"/>
            <a:ext cx="1307939" cy="613458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14C723-92C4-881C-4134-AAD3C817973A}"/>
              </a:ext>
            </a:extLst>
          </p:cNvPr>
          <p:cNvSpPr txBox="1"/>
          <p:nvPr/>
        </p:nvSpPr>
        <p:spPr>
          <a:xfrm>
            <a:off x="5768609" y="1445240"/>
            <a:ext cx="124566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AMS1117S 3.3</a:t>
            </a:r>
          </a:p>
          <a:p>
            <a:endParaRPr lang="en-IN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016C74-113D-02EF-E4A5-D5A1EC14B6A5}"/>
              </a:ext>
            </a:extLst>
          </p:cNvPr>
          <p:cNvSpPr txBox="1"/>
          <p:nvPr/>
        </p:nvSpPr>
        <p:spPr>
          <a:xfrm>
            <a:off x="6399326" y="1916853"/>
            <a:ext cx="862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3V3,  1A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A6FB9468-3963-F83F-E83B-D61C93A1DF57}"/>
              </a:ext>
            </a:extLst>
          </p:cNvPr>
          <p:cNvCxnSpPr>
            <a:cxnSpLocks/>
          </p:cNvCxnSpPr>
          <p:nvPr/>
        </p:nvCxnSpPr>
        <p:spPr>
          <a:xfrm flipV="1">
            <a:off x="4016663" y="1625434"/>
            <a:ext cx="1758392" cy="75143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761E15-1E4B-5324-48D9-13F0BEA625DE}"/>
              </a:ext>
            </a:extLst>
          </p:cNvPr>
          <p:cNvSpPr/>
          <p:nvPr/>
        </p:nvSpPr>
        <p:spPr>
          <a:xfrm>
            <a:off x="9041122" y="2363738"/>
            <a:ext cx="1746851" cy="35592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5DCB6C-7762-1756-5ADA-C87772252D10}"/>
              </a:ext>
            </a:extLst>
          </p:cNvPr>
          <p:cNvSpPr/>
          <p:nvPr/>
        </p:nvSpPr>
        <p:spPr>
          <a:xfrm>
            <a:off x="9046909" y="2872059"/>
            <a:ext cx="1746851" cy="35592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EDC9546-BB96-7107-0301-7B5352AAB023}"/>
              </a:ext>
            </a:extLst>
          </p:cNvPr>
          <p:cNvSpPr/>
          <p:nvPr/>
        </p:nvSpPr>
        <p:spPr>
          <a:xfrm>
            <a:off x="9056551" y="1853006"/>
            <a:ext cx="1746851" cy="35592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20EB3B-3C81-2E89-E9F9-D94D0B6E8309}"/>
              </a:ext>
            </a:extLst>
          </p:cNvPr>
          <p:cNvSpPr/>
          <p:nvPr/>
        </p:nvSpPr>
        <p:spPr>
          <a:xfrm>
            <a:off x="9071522" y="3333116"/>
            <a:ext cx="1746851" cy="35592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2D3D61A-9726-8B1B-F77C-B50C89CEBF20}"/>
              </a:ext>
            </a:extLst>
          </p:cNvPr>
          <p:cNvSpPr/>
          <p:nvPr/>
        </p:nvSpPr>
        <p:spPr>
          <a:xfrm>
            <a:off x="9071523" y="3815877"/>
            <a:ext cx="1746851" cy="35592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FC95B05-8B68-2A3E-0BF5-9C17AE00C961}"/>
              </a:ext>
            </a:extLst>
          </p:cNvPr>
          <p:cNvCxnSpPr>
            <a:cxnSpLocks/>
          </p:cNvCxnSpPr>
          <p:nvPr/>
        </p:nvCxnSpPr>
        <p:spPr>
          <a:xfrm flipV="1">
            <a:off x="7423548" y="2047750"/>
            <a:ext cx="1669679" cy="1031115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DAD4726-8EFF-EB40-F783-074B465A04C8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7430137" y="2537522"/>
            <a:ext cx="1630858" cy="516104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0772A3A-5E7C-8FF9-B5A3-35CC2BBE073F}"/>
              </a:ext>
            </a:extLst>
          </p:cNvPr>
          <p:cNvCxnSpPr>
            <a:cxnSpLocks/>
          </p:cNvCxnSpPr>
          <p:nvPr/>
        </p:nvCxnSpPr>
        <p:spPr>
          <a:xfrm>
            <a:off x="7442443" y="3076829"/>
            <a:ext cx="1631489" cy="578735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0A61C7A-B857-605C-8363-9C43504CB52F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455600" y="3083878"/>
            <a:ext cx="1615923" cy="90996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8305B139-EDC1-10F9-035C-A1A5C544FB8D}"/>
              </a:ext>
            </a:extLst>
          </p:cNvPr>
          <p:cNvCxnSpPr>
            <a:cxnSpLocks/>
          </p:cNvCxnSpPr>
          <p:nvPr/>
        </p:nvCxnSpPr>
        <p:spPr>
          <a:xfrm>
            <a:off x="7036500" y="1614671"/>
            <a:ext cx="2001497" cy="1449844"/>
          </a:xfrm>
          <a:prstGeom prst="bentConnector3">
            <a:avLst>
              <a:gd name="adj1" fmla="val 19162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743FBBF-EAC3-A89F-E374-4F806D4C8D49}"/>
              </a:ext>
            </a:extLst>
          </p:cNvPr>
          <p:cNvSpPr txBox="1"/>
          <p:nvPr/>
        </p:nvSpPr>
        <p:spPr>
          <a:xfrm>
            <a:off x="8385569" y="1761567"/>
            <a:ext cx="28300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15.5mA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A72FA6-A097-B05A-A453-638DDBF0FB95}"/>
              </a:ext>
            </a:extLst>
          </p:cNvPr>
          <p:cNvSpPr txBox="1"/>
          <p:nvPr/>
        </p:nvSpPr>
        <p:spPr>
          <a:xfrm>
            <a:off x="8480095" y="3734066"/>
            <a:ext cx="26206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83mA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8ED47D-E61F-E747-DFF6-4E5FEEBE78F0}"/>
              </a:ext>
            </a:extLst>
          </p:cNvPr>
          <p:cNvSpPr txBox="1"/>
          <p:nvPr/>
        </p:nvSpPr>
        <p:spPr>
          <a:xfrm>
            <a:off x="8385569" y="2287528"/>
            <a:ext cx="2715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2mA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C6C7B3-32EF-45C4-BFB3-9575C2723B46}"/>
              </a:ext>
            </a:extLst>
          </p:cNvPr>
          <p:cNvSpPr txBox="1"/>
          <p:nvPr/>
        </p:nvSpPr>
        <p:spPr>
          <a:xfrm>
            <a:off x="8385569" y="2787516"/>
            <a:ext cx="28825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80mA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ED2366-7D0A-0369-672A-198C897C7858}"/>
              </a:ext>
            </a:extLst>
          </p:cNvPr>
          <p:cNvSpPr txBox="1"/>
          <p:nvPr/>
        </p:nvSpPr>
        <p:spPr>
          <a:xfrm>
            <a:off x="8385569" y="3287504"/>
            <a:ext cx="25458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8.5mA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B978BE-DFBF-F80F-1DA0-234025E05A4B}"/>
              </a:ext>
            </a:extLst>
          </p:cNvPr>
          <p:cNvSpPr txBox="1"/>
          <p:nvPr/>
        </p:nvSpPr>
        <p:spPr>
          <a:xfrm>
            <a:off x="9116559" y="1878449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/>
              <a:t>Si5351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9214B2-C1F1-EB7A-1308-615D88511A05}"/>
              </a:ext>
            </a:extLst>
          </p:cNvPr>
          <p:cNvSpPr txBox="1"/>
          <p:nvPr/>
        </p:nvSpPr>
        <p:spPr>
          <a:xfrm>
            <a:off x="9060995" y="2399022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/>
              <a:t>INA219</a:t>
            </a: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E9F1D8-AB1E-E795-FC3A-0E71CEF7D3E7}"/>
              </a:ext>
            </a:extLst>
          </p:cNvPr>
          <p:cNvSpPr txBox="1"/>
          <p:nvPr/>
        </p:nvSpPr>
        <p:spPr>
          <a:xfrm>
            <a:off x="9053159" y="2917725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/>
              <a:t>NEO 6M</a:t>
            </a:r>
            <a:endParaRPr lang="en-US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9E347D-E8A8-93BC-5741-023AC87A046C}"/>
              </a:ext>
            </a:extLst>
          </p:cNvPr>
          <p:cNvSpPr txBox="1"/>
          <p:nvPr/>
        </p:nvSpPr>
        <p:spPr>
          <a:xfrm>
            <a:off x="9102658" y="3378466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/>
              <a:t>HW-290</a:t>
            </a:r>
            <a:endParaRPr lang="en-US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43B19E-C435-49BD-ACB1-EAE5D3B5CD05}"/>
              </a:ext>
            </a:extLst>
          </p:cNvPr>
          <p:cNvSpPr txBox="1"/>
          <p:nvPr/>
        </p:nvSpPr>
        <p:spPr>
          <a:xfrm>
            <a:off x="9102658" y="3856036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/>
              <a:t>SX1278(Lora)</a:t>
            </a:r>
            <a:endParaRPr lang="en-US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1E36409-36E3-C20D-CCD4-6C32EC615000}"/>
              </a:ext>
            </a:extLst>
          </p:cNvPr>
          <p:cNvSpPr/>
          <p:nvPr/>
        </p:nvSpPr>
        <p:spPr>
          <a:xfrm>
            <a:off x="4821512" y="2755839"/>
            <a:ext cx="1746851" cy="35592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5CD99C0-37C2-4FD3-9966-082FA1FEFCCF}"/>
              </a:ext>
            </a:extLst>
          </p:cNvPr>
          <p:cNvSpPr/>
          <p:nvPr/>
        </p:nvSpPr>
        <p:spPr>
          <a:xfrm>
            <a:off x="4847978" y="3234254"/>
            <a:ext cx="1746851" cy="35592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C27DA8E-9D85-31C6-A1F5-695836C9B121}"/>
              </a:ext>
            </a:extLst>
          </p:cNvPr>
          <p:cNvSpPr/>
          <p:nvPr/>
        </p:nvSpPr>
        <p:spPr>
          <a:xfrm>
            <a:off x="4844125" y="3731969"/>
            <a:ext cx="1746851" cy="35592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DB8FC7A3-D3B6-869B-F0E1-7159827237DF}"/>
              </a:ext>
            </a:extLst>
          </p:cNvPr>
          <p:cNvCxnSpPr>
            <a:cxnSpLocks/>
            <a:stCxn id="8" idx="3"/>
            <a:endCxn id="34" idx="1"/>
          </p:cNvCxnSpPr>
          <p:nvPr/>
        </p:nvCxnSpPr>
        <p:spPr>
          <a:xfrm>
            <a:off x="4006364" y="1706850"/>
            <a:ext cx="815148" cy="122695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9104BBF-008E-7989-3939-A479FFC01F29}"/>
              </a:ext>
            </a:extLst>
          </p:cNvPr>
          <p:cNvCxnSpPr>
            <a:cxnSpLocks/>
            <a:stCxn id="8" idx="3"/>
            <a:endCxn id="35" idx="1"/>
          </p:cNvCxnSpPr>
          <p:nvPr/>
        </p:nvCxnSpPr>
        <p:spPr>
          <a:xfrm>
            <a:off x="4006364" y="1706850"/>
            <a:ext cx="841614" cy="1705365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082B3CC5-8DE1-E3A0-2A18-97697C31CFF0}"/>
              </a:ext>
            </a:extLst>
          </p:cNvPr>
          <p:cNvCxnSpPr>
            <a:cxnSpLocks/>
            <a:stCxn id="8" idx="3"/>
            <a:endCxn id="36" idx="1"/>
          </p:cNvCxnSpPr>
          <p:nvPr/>
        </p:nvCxnSpPr>
        <p:spPr>
          <a:xfrm>
            <a:off x="4006364" y="1706850"/>
            <a:ext cx="837761" cy="220308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7388A1A-C302-26D5-B13F-D1FF5F215048}"/>
              </a:ext>
            </a:extLst>
          </p:cNvPr>
          <p:cNvSpPr txBox="1"/>
          <p:nvPr/>
        </p:nvSpPr>
        <p:spPr>
          <a:xfrm>
            <a:off x="3792402" y="2770694"/>
            <a:ext cx="10994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19mA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4B8DAD-1C3E-E1AC-3CE1-93733168D841}"/>
              </a:ext>
            </a:extLst>
          </p:cNvPr>
          <p:cNvSpPr txBox="1"/>
          <p:nvPr/>
        </p:nvSpPr>
        <p:spPr>
          <a:xfrm>
            <a:off x="4898928" y="2779532"/>
            <a:ext cx="1715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/>
              <a:t>Arduino NANO</a:t>
            </a:r>
            <a:endParaRPr 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E0FB0F-78ED-54F9-754D-C65681DF92C7}"/>
              </a:ext>
            </a:extLst>
          </p:cNvPr>
          <p:cNvSpPr txBox="1"/>
          <p:nvPr/>
        </p:nvSpPr>
        <p:spPr>
          <a:xfrm>
            <a:off x="4836841" y="3279771"/>
            <a:ext cx="2128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/>
              <a:t>ESP32 WROOM 32</a:t>
            </a:r>
            <a:endParaRPr lang="en-US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041143-FB6D-0E5E-2E34-B4B47488B178}"/>
              </a:ext>
            </a:extLst>
          </p:cNvPr>
          <p:cNvSpPr txBox="1"/>
          <p:nvPr/>
        </p:nvSpPr>
        <p:spPr>
          <a:xfrm>
            <a:off x="4836841" y="3763118"/>
            <a:ext cx="1498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/>
              <a:t>ESP32 CAM</a:t>
            </a:r>
            <a:endParaRPr 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B872EE-9817-32F3-41F2-60DF8F99F4E7}"/>
              </a:ext>
            </a:extLst>
          </p:cNvPr>
          <p:cNvSpPr txBox="1"/>
          <p:nvPr/>
        </p:nvSpPr>
        <p:spPr>
          <a:xfrm>
            <a:off x="3792402" y="3219212"/>
            <a:ext cx="10994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90mA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74F54B-3822-848D-748C-566A26143823}"/>
              </a:ext>
            </a:extLst>
          </p:cNvPr>
          <p:cNvSpPr txBox="1"/>
          <p:nvPr/>
        </p:nvSpPr>
        <p:spPr>
          <a:xfrm>
            <a:off x="3785961" y="3647973"/>
            <a:ext cx="10994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150mA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0E56606-EA1D-0895-4325-91C23F26BB48}"/>
              </a:ext>
            </a:extLst>
          </p:cNvPr>
          <p:cNvSpPr/>
          <p:nvPr/>
        </p:nvSpPr>
        <p:spPr>
          <a:xfrm>
            <a:off x="3814243" y="5432264"/>
            <a:ext cx="1746851" cy="35592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8C40739-D8F4-80B1-A302-97F3A689BF7A}"/>
              </a:ext>
            </a:extLst>
          </p:cNvPr>
          <p:cNvSpPr/>
          <p:nvPr/>
        </p:nvSpPr>
        <p:spPr>
          <a:xfrm>
            <a:off x="3810390" y="5929979"/>
            <a:ext cx="1746851" cy="35592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051E2027-866B-AC49-FF97-FB7673E30FB2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2154361" y="5425990"/>
            <a:ext cx="1659882" cy="184235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56585316-0A76-5FA8-48EE-EF33FEBEE170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2154361" y="5425990"/>
            <a:ext cx="1656029" cy="68195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2B3FF0E-D428-5886-A20E-FDCC22130A62}"/>
              </a:ext>
            </a:extLst>
          </p:cNvPr>
          <p:cNvSpPr txBox="1"/>
          <p:nvPr/>
        </p:nvSpPr>
        <p:spPr>
          <a:xfrm>
            <a:off x="3101825" y="5366302"/>
            <a:ext cx="24466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60mA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662410-037A-4051-A510-670F8E16B2A2}"/>
              </a:ext>
            </a:extLst>
          </p:cNvPr>
          <p:cNvSpPr txBox="1"/>
          <p:nvPr/>
        </p:nvSpPr>
        <p:spPr>
          <a:xfrm>
            <a:off x="3151504" y="5862089"/>
            <a:ext cx="22692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1000mA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BC4CAC-F0BF-D1A0-7BA6-C64AA541B9DC}"/>
              </a:ext>
            </a:extLst>
          </p:cNvPr>
          <p:cNvSpPr txBox="1"/>
          <p:nvPr/>
        </p:nvSpPr>
        <p:spPr>
          <a:xfrm>
            <a:off x="3803106" y="5477781"/>
            <a:ext cx="2128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SA868 (VHF) </a:t>
            </a:r>
            <a:endParaRPr 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494AC8-009A-D6D7-030D-D8E830EB6E52}"/>
              </a:ext>
            </a:extLst>
          </p:cNvPr>
          <p:cNvSpPr txBox="1"/>
          <p:nvPr/>
        </p:nvSpPr>
        <p:spPr>
          <a:xfrm>
            <a:off x="3866235" y="5930306"/>
            <a:ext cx="1498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SA868 (UHF) </a:t>
            </a:r>
            <a:endParaRPr lang="en-US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B0C1D0-74C7-8DA0-E518-5D0383EB792D}"/>
              </a:ext>
            </a:extLst>
          </p:cNvPr>
          <p:cNvSpPr txBox="1"/>
          <p:nvPr/>
        </p:nvSpPr>
        <p:spPr>
          <a:xfrm>
            <a:off x="3562670" y="1233683"/>
            <a:ext cx="862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highlight>
                  <a:srgbClr val="FFFF00"/>
                </a:highlight>
              </a:rPr>
              <a:t>462.4mA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92D723-9DF1-8752-34ED-ACD23ED08A64}"/>
              </a:ext>
            </a:extLst>
          </p:cNvPr>
          <p:cNvSpPr txBox="1"/>
          <p:nvPr/>
        </p:nvSpPr>
        <p:spPr>
          <a:xfrm>
            <a:off x="6614125" y="1230105"/>
            <a:ext cx="862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highlight>
                  <a:srgbClr val="FFFF00"/>
                </a:highlight>
              </a:rPr>
              <a:t>191mA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686677-F8A8-C5E4-E9E3-A9D5B38DDC55}"/>
              </a:ext>
            </a:extLst>
          </p:cNvPr>
          <p:cNvSpPr txBox="1"/>
          <p:nvPr/>
        </p:nvSpPr>
        <p:spPr>
          <a:xfrm>
            <a:off x="2479356" y="5125289"/>
            <a:ext cx="862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highlight>
                  <a:srgbClr val="FFFF00"/>
                </a:highlight>
              </a:rPr>
              <a:t>1060mA</a:t>
            </a:r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76EEC1DF-3D1F-2298-6602-6F87C45AD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601491"/>
              </p:ext>
            </p:extLst>
          </p:nvPr>
        </p:nvGraphicFramePr>
        <p:xfrm>
          <a:off x="7261900" y="4197464"/>
          <a:ext cx="4430086" cy="2194560"/>
        </p:xfrm>
        <a:graphic>
          <a:graphicData uri="http://schemas.openxmlformats.org/drawingml/2006/table">
            <a:tbl>
              <a:tblPr/>
              <a:tblGrid>
                <a:gridCol w="2215043">
                  <a:extLst>
                    <a:ext uri="{9D8B030D-6E8A-4147-A177-3AD203B41FA5}">
                      <a16:colId xmlns:a16="http://schemas.microsoft.com/office/drawing/2014/main" val="1221178456"/>
                    </a:ext>
                  </a:extLst>
                </a:gridCol>
                <a:gridCol w="2215043">
                  <a:extLst>
                    <a:ext uri="{9D8B030D-6E8A-4147-A177-3AD203B41FA5}">
                      <a16:colId xmlns:a16="http://schemas.microsoft.com/office/drawing/2014/main" val="1199277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75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Req. Energy / 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3.36 </a:t>
                      </a:r>
                      <a:r>
                        <a:rPr lang="en-IN" b="1" dirty="0" err="1"/>
                        <a:t>Wh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219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Max battery energy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25.16 </a:t>
                      </a:r>
                      <a:r>
                        <a:rPr lang="en-IN" b="1" dirty="0" err="1"/>
                        <a:t>Wh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380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Usable energy (70%)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17.61 </a:t>
                      </a:r>
                      <a:r>
                        <a:rPr lang="en-IN" b="1" dirty="0" err="1"/>
                        <a:t>Wh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022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Backup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≈ 5.2 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557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Est. Flight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= 3-4 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231239"/>
                  </a:ext>
                </a:extLst>
              </a:tr>
            </a:tbl>
          </a:graphicData>
        </a:graphic>
      </p:graphicFrame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FE8203E-8B5D-6D52-C9FA-AC7FEA74F4E8}"/>
              </a:ext>
            </a:extLst>
          </p:cNvPr>
          <p:cNvSpPr/>
          <p:nvPr/>
        </p:nvSpPr>
        <p:spPr>
          <a:xfrm>
            <a:off x="4819436" y="4241615"/>
            <a:ext cx="1746851" cy="35592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5BFEDE-AF75-7ACD-79ED-A55FFC857DB2}"/>
              </a:ext>
            </a:extLst>
          </p:cNvPr>
          <p:cNvSpPr txBox="1"/>
          <p:nvPr/>
        </p:nvSpPr>
        <p:spPr>
          <a:xfrm>
            <a:off x="4812152" y="4272764"/>
            <a:ext cx="1498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74HCT125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5109D65-4AC6-7DF6-85AA-666403F586D7}"/>
              </a:ext>
            </a:extLst>
          </p:cNvPr>
          <p:cNvSpPr txBox="1"/>
          <p:nvPr/>
        </p:nvSpPr>
        <p:spPr>
          <a:xfrm>
            <a:off x="3761272" y="4157619"/>
            <a:ext cx="10994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0.4mA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2CDF31A-BF06-F01F-E2CE-AE9C6F60D024}"/>
              </a:ext>
            </a:extLst>
          </p:cNvPr>
          <p:cNvCxnSpPr>
            <a:cxnSpLocks/>
            <a:endCxn id="59" idx="1"/>
          </p:cNvCxnSpPr>
          <p:nvPr/>
        </p:nvCxnSpPr>
        <p:spPr>
          <a:xfrm rot="16200000" flipH="1">
            <a:off x="3284546" y="2883658"/>
            <a:ext cx="2670658" cy="38455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32505884-C5B0-3B2C-75A6-30546B2B0852}"/>
              </a:ext>
            </a:extLst>
          </p:cNvPr>
          <p:cNvSpPr/>
          <p:nvPr/>
        </p:nvSpPr>
        <p:spPr>
          <a:xfrm>
            <a:off x="4812152" y="4810465"/>
            <a:ext cx="1746851" cy="35592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B0DD414-111F-D2D6-0812-D39DAF69811B}"/>
              </a:ext>
            </a:extLst>
          </p:cNvPr>
          <p:cNvSpPr txBox="1"/>
          <p:nvPr/>
        </p:nvSpPr>
        <p:spPr>
          <a:xfrm>
            <a:off x="4804868" y="4841614"/>
            <a:ext cx="1498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/>
              <a:t>  DTMF</a:t>
            </a:r>
            <a:endParaRPr lang="en-US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8ACB805-8602-AFAA-B309-619696B49C84}"/>
              </a:ext>
            </a:extLst>
          </p:cNvPr>
          <p:cNvSpPr txBox="1"/>
          <p:nvPr/>
        </p:nvSpPr>
        <p:spPr>
          <a:xfrm>
            <a:off x="3753988" y="4726469"/>
            <a:ext cx="10994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9mA</a:t>
            </a: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67CE2A3B-AC03-5E79-D5BB-29EAF1BF606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76482" y="3452507"/>
            <a:ext cx="2670658" cy="38455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48659F6-90C5-2628-852E-06174BD93993}"/>
              </a:ext>
            </a:extLst>
          </p:cNvPr>
          <p:cNvSpPr/>
          <p:nvPr/>
        </p:nvSpPr>
        <p:spPr>
          <a:xfrm>
            <a:off x="8992194" y="1242117"/>
            <a:ext cx="1746851" cy="35592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519BC8A-FBB1-AD43-E626-EA12AC47FF49}"/>
              </a:ext>
            </a:extLst>
          </p:cNvPr>
          <p:cNvSpPr txBox="1"/>
          <p:nvPr/>
        </p:nvSpPr>
        <p:spPr>
          <a:xfrm>
            <a:off x="8321212" y="1150678"/>
            <a:ext cx="28300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2mA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DEDB3F-7240-182F-0253-B150C19A5F24}"/>
              </a:ext>
            </a:extLst>
          </p:cNvPr>
          <p:cNvSpPr txBox="1"/>
          <p:nvPr/>
        </p:nvSpPr>
        <p:spPr>
          <a:xfrm>
            <a:off x="9052202" y="1267560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/>
              <a:t>I/O Expander</a:t>
            </a:r>
            <a:endParaRPr lang="en-US" sz="1200" dirty="0"/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6E43110E-95E1-E002-EE88-399D39F17E4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009321" y="1678696"/>
            <a:ext cx="1244715" cy="772224"/>
          </a:xfrm>
          <a:prstGeom prst="bentConnector3">
            <a:avLst>
              <a:gd name="adj1" fmla="val 99587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E9C9BA1-8844-7236-2236-E1513C226DB7}"/>
              </a:ext>
            </a:extLst>
          </p:cNvPr>
          <p:cNvSpPr txBox="1"/>
          <p:nvPr/>
        </p:nvSpPr>
        <p:spPr>
          <a:xfrm>
            <a:off x="1942988" y="492693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POWER TREE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5002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3DEA3-2383-D2C7-FE98-E4171A43C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8048B1-B7E6-8B87-FEDE-CE58AD864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4466"/>
            <a:ext cx="12192000" cy="564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415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FA867-125D-985E-556D-7A872E433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482B95-40C7-FB89-9FA5-4104820C6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4466"/>
            <a:ext cx="12192000" cy="564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864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96</Words>
  <Application>Microsoft Office PowerPoint</Application>
  <PresentationFormat>Widescreen</PresentationFormat>
  <Paragraphs>46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ARUNKRISHNA P U</dc:creator>
  <cp:lastModifiedBy>ARUNKRISHNA P U</cp:lastModifiedBy>
  <cp:revision>3</cp:revision>
  <dcterms:created xsi:type="dcterms:W3CDTF">2026-02-11T05:29:24Z</dcterms:created>
  <dcterms:modified xsi:type="dcterms:W3CDTF">2026-07-19T12:48:16Z</dcterms:modified>
</cp:coreProperties>
</file>